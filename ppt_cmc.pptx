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9144000" cy="51435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1597680"/>
            <a:ext cx="7772040" cy="1102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343080">
              <a:lnSpc>
                <a:spcPct val="100000"/>
              </a:lnSpc>
              <a:buNone/>
              <a:def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343080">
              <a:lnSpc>
                <a:spcPct val="100000"/>
              </a:lnSpc>
              <a:buNone/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4767120"/>
            <a:ext cx="289512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47D6248-1228-46D1-8F4B-0BF36907F130}" type="slidenum"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343080">
              <a:lnSpc>
                <a:spcPct val="100000"/>
              </a:lnSpc>
              <a:buNone/>
              <a:def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343080">
              <a:lnSpc>
                <a:spcPct val="100000"/>
              </a:lnSpc>
              <a:buNone/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–"/>
              <a:def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–"/>
              <a:def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»"/>
              <a:def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343080" algn="l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028880" lvl="2" indent="-343080" algn="l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indent="-343080" algn="l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14680" lvl="4" indent="-343080" algn="l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»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3124080" y="4767120"/>
            <a:ext cx="289512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E762CF7-675B-4B21-9483-17D97772BCCB}" type="slidenum"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629400" y="205920"/>
            <a:ext cx="2057040" cy="4388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343080">
              <a:lnSpc>
                <a:spcPct val="100000"/>
              </a:lnSpc>
              <a:buNone/>
              <a:def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343080">
              <a:lnSpc>
                <a:spcPct val="100000"/>
              </a:lnSpc>
              <a:buNone/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457200" y="205920"/>
            <a:ext cx="6019560" cy="4388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–"/>
              <a:def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–"/>
              <a:def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»"/>
              <a:def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343080" algn="l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028880" lvl="2" indent="-343080" algn="l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indent="-343080" algn="l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14680" lvl="4" indent="-343080" algn="l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»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3124080" y="4767120"/>
            <a:ext cx="289512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61EA027-5109-4854-AB57-67E287FAAB90}" type="slidenum"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343080">
              <a:lnSpc>
                <a:spcPct val="100000"/>
              </a:lnSpc>
              <a:buNone/>
              <a:def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343080">
              <a:lnSpc>
                <a:spcPct val="100000"/>
              </a:lnSpc>
              <a:buNone/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–"/>
              <a:def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–"/>
              <a:def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»"/>
              <a:def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343080" algn="l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028880" lvl="2" indent="-343080" algn="l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indent="-343080" algn="l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14680" lvl="4" indent="-343080" algn="l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»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3124080" y="4767120"/>
            <a:ext cx="289512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5674B7F-378D-4D16-B362-6B853AFCC0CF}" type="slidenum"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722160" y="3305160"/>
            <a:ext cx="7772040" cy="102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343080">
              <a:lnSpc>
                <a:spcPct val="100000"/>
              </a:lnSpc>
              <a:buNone/>
              <a:defRPr lang="en-US" sz="3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343080">
              <a:lnSpc>
                <a:spcPct val="100000"/>
              </a:lnSpc>
              <a:buNone/>
            </a:pPr>
            <a:r>
              <a:rPr lang="en-US" sz="3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3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722160" y="2180160"/>
            <a:ext cx="7772040" cy="1124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343080">
              <a:lnSpc>
                <a:spcPct val="100000"/>
              </a:lnSpc>
              <a:spcBef>
                <a:spcPts val="300"/>
              </a:spcBef>
              <a:buNone/>
              <a:tabLst>
                <a:tab pos="0" algn="l"/>
              </a:tabLst>
              <a:defRPr lang="en-US" sz="15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343080">
              <a:lnSpc>
                <a:spcPct val="100000"/>
              </a:lnSpc>
              <a:spcBef>
                <a:spcPts val="300"/>
              </a:spcBef>
              <a:buNone/>
              <a:tabLst>
                <a:tab pos="0" algn="l"/>
              </a:tabLst>
            </a:pPr>
            <a:r>
              <a:rPr lang="en-US" sz="15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5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dt" idx="13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ftr" idx="14"/>
          </p:nvPr>
        </p:nvSpPr>
        <p:spPr>
          <a:xfrm>
            <a:off x="3124080" y="4767120"/>
            <a:ext cx="289512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sldNum" idx="15"/>
          </p:nvPr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1DEF7BB-FB4D-47BB-9BF6-4C9BB111F685}" type="slidenum"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343080">
              <a:lnSpc>
                <a:spcPct val="100000"/>
              </a:lnSpc>
              <a:buNone/>
              <a:def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343080">
              <a:lnSpc>
                <a:spcPct val="100000"/>
              </a:lnSpc>
              <a:buNone/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457200" y="1200240"/>
            <a:ext cx="4038120" cy="339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•"/>
              <a:def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•"/>
              <a:def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343080">
              <a:lnSpc>
                <a:spcPct val="100000"/>
              </a:lnSpc>
              <a:spcBef>
                <a:spcPts val="269"/>
              </a:spcBef>
              <a:buClr>
                <a:srgbClr val="000000"/>
              </a:buClr>
              <a:buFont typeface="Arial"/>
              <a:buChar char="–"/>
              <a:def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343080">
              <a:lnSpc>
                <a:spcPct val="100000"/>
              </a:lnSpc>
              <a:spcBef>
                <a:spcPts val="269"/>
              </a:spcBef>
              <a:buClr>
                <a:srgbClr val="000000"/>
              </a:buClr>
              <a:buFont typeface="Arial"/>
              <a:buChar char="»"/>
              <a:def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343080" algn="l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028880" lvl="2" indent="-343080" algn="l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indent="-343080" algn="l" defTabSz="343080">
              <a:lnSpc>
                <a:spcPct val="100000"/>
              </a:lnSpc>
              <a:spcBef>
                <a:spcPts val="269"/>
              </a:spcBef>
              <a:buClr>
                <a:srgbClr val="000000"/>
              </a:buClr>
              <a:buFont typeface="Arial"/>
              <a:buChar char="–"/>
            </a:pPr>
            <a:r>
              <a: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14680" lvl="4" indent="-343080" algn="l" defTabSz="343080">
              <a:lnSpc>
                <a:spcPct val="100000"/>
              </a:lnSpc>
              <a:spcBef>
                <a:spcPts val="269"/>
              </a:spcBef>
              <a:buClr>
                <a:srgbClr val="000000"/>
              </a:buClr>
              <a:buFont typeface="Arial"/>
              <a:buChar char="»"/>
            </a:pPr>
            <a:r>
              <a: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body"/>
          </p:nvPr>
        </p:nvSpPr>
        <p:spPr>
          <a:xfrm>
            <a:off x="4648320" y="1200240"/>
            <a:ext cx="4038120" cy="339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•"/>
              <a:def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•"/>
              <a:def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343080">
              <a:lnSpc>
                <a:spcPct val="100000"/>
              </a:lnSpc>
              <a:spcBef>
                <a:spcPts val="269"/>
              </a:spcBef>
              <a:buClr>
                <a:srgbClr val="000000"/>
              </a:buClr>
              <a:buFont typeface="Arial"/>
              <a:buChar char="–"/>
              <a:def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343080">
              <a:lnSpc>
                <a:spcPct val="100000"/>
              </a:lnSpc>
              <a:spcBef>
                <a:spcPts val="269"/>
              </a:spcBef>
              <a:buClr>
                <a:srgbClr val="000000"/>
              </a:buClr>
              <a:buFont typeface="Arial"/>
              <a:buChar char="»"/>
              <a:def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343080" algn="l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028880" lvl="2" indent="-343080" algn="l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indent="-343080" algn="l" defTabSz="343080">
              <a:lnSpc>
                <a:spcPct val="100000"/>
              </a:lnSpc>
              <a:spcBef>
                <a:spcPts val="269"/>
              </a:spcBef>
              <a:buClr>
                <a:srgbClr val="000000"/>
              </a:buClr>
              <a:buFont typeface="Arial"/>
              <a:buChar char="–"/>
            </a:pPr>
            <a:r>
              <a: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14680" lvl="4" indent="-343080" algn="l" defTabSz="343080">
              <a:lnSpc>
                <a:spcPct val="100000"/>
              </a:lnSpc>
              <a:spcBef>
                <a:spcPts val="269"/>
              </a:spcBef>
              <a:buClr>
                <a:srgbClr val="000000"/>
              </a:buClr>
              <a:buFont typeface="Arial"/>
              <a:buChar char="»"/>
            </a:pPr>
            <a:r>
              <a: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dt" idx="16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ftr" idx="17"/>
          </p:nvPr>
        </p:nvSpPr>
        <p:spPr>
          <a:xfrm>
            <a:off x="3124080" y="4767120"/>
            <a:ext cx="289512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6"/>
          <p:cNvSpPr>
            <a:spLocks noGrp="1"/>
          </p:cNvSpPr>
          <p:nvPr>
            <p:ph type="sldNum" idx="18"/>
          </p:nvPr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AFC3455-2808-407A-A069-49A81DD4FF7A}" type="slidenum"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343080">
              <a:lnSpc>
                <a:spcPct val="100000"/>
              </a:lnSpc>
              <a:buNone/>
              <a:def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343080">
              <a:lnSpc>
                <a:spcPct val="100000"/>
              </a:lnSpc>
              <a:buNone/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151280"/>
            <a:ext cx="4039920" cy="47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34308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  <a:defRPr lang="en-US" sz="18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34308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57200" y="1631160"/>
            <a:ext cx="4039920" cy="2963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343080">
              <a:lnSpc>
                <a:spcPct val="100000"/>
              </a:lnSpc>
              <a:spcBef>
                <a:spcPts val="26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343080">
              <a:lnSpc>
                <a:spcPct val="100000"/>
              </a:lnSpc>
              <a:spcBef>
                <a:spcPts val="241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343080">
              <a:lnSpc>
                <a:spcPct val="100000"/>
              </a:lnSpc>
              <a:spcBef>
                <a:spcPts val="241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343080" algn="l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028880" lvl="2" indent="-343080" algn="l" defTabSz="343080">
              <a:lnSpc>
                <a:spcPct val="100000"/>
              </a:lnSpc>
              <a:spcBef>
                <a:spcPts val="26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indent="-343080" algn="l" defTabSz="343080">
              <a:lnSpc>
                <a:spcPct val="100000"/>
              </a:lnSpc>
              <a:spcBef>
                <a:spcPts val="241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14680" lvl="4" indent="-343080" algn="l" defTabSz="343080">
              <a:lnSpc>
                <a:spcPct val="100000"/>
              </a:lnSpc>
              <a:spcBef>
                <a:spcPts val="241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4645080" y="1151280"/>
            <a:ext cx="4041360" cy="47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34308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  <a:defRPr lang="en-US" sz="18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34308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body"/>
          </p:nvPr>
        </p:nvSpPr>
        <p:spPr>
          <a:xfrm>
            <a:off x="4645080" y="1631160"/>
            <a:ext cx="4041360" cy="2963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343080">
              <a:lnSpc>
                <a:spcPct val="100000"/>
              </a:lnSpc>
              <a:spcBef>
                <a:spcPts val="26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343080">
              <a:lnSpc>
                <a:spcPct val="100000"/>
              </a:lnSpc>
              <a:spcBef>
                <a:spcPts val="241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343080">
              <a:lnSpc>
                <a:spcPct val="100000"/>
              </a:lnSpc>
              <a:spcBef>
                <a:spcPts val="241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343080" algn="l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028880" lvl="2" indent="-343080" algn="l" defTabSz="343080">
              <a:lnSpc>
                <a:spcPct val="100000"/>
              </a:lnSpc>
              <a:spcBef>
                <a:spcPts val="26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indent="-343080" algn="l" defTabSz="343080">
              <a:lnSpc>
                <a:spcPct val="100000"/>
              </a:lnSpc>
              <a:spcBef>
                <a:spcPts val="241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14680" lvl="4" indent="-343080" algn="l" defTabSz="343080">
              <a:lnSpc>
                <a:spcPct val="100000"/>
              </a:lnSpc>
              <a:spcBef>
                <a:spcPts val="241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8" name="PlaceHolder 6"/>
          <p:cNvSpPr>
            <a:spLocks noGrp="1"/>
          </p:cNvSpPr>
          <p:nvPr>
            <p:ph type="dt" idx="19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7"/>
          <p:cNvSpPr>
            <a:spLocks noGrp="1"/>
          </p:cNvSpPr>
          <p:nvPr>
            <p:ph type="ftr" idx="20"/>
          </p:nvPr>
        </p:nvSpPr>
        <p:spPr>
          <a:xfrm>
            <a:off x="3124080" y="4767120"/>
            <a:ext cx="289512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8"/>
          <p:cNvSpPr>
            <a:spLocks noGrp="1"/>
          </p:cNvSpPr>
          <p:nvPr>
            <p:ph type="sldNum" idx="21"/>
          </p:nvPr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7B08785-8B49-4004-A64B-AD09131E19DD}" type="slidenum"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343080">
              <a:lnSpc>
                <a:spcPct val="100000"/>
              </a:lnSpc>
              <a:buNone/>
              <a:def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343080">
              <a:lnSpc>
                <a:spcPct val="100000"/>
              </a:lnSpc>
              <a:buNone/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dt" idx="22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ftr" idx="23"/>
          </p:nvPr>
        </p:nvSpPr>
        <p:spPr>
          <a:xfrm>
            <a:off x="3124080" y="4767120"/>
            <a:ext cx="289512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sldNum" idx="24"/>
          </p:nvPr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DE6EF6D-BF13-4BD7-9212-80441C960C4A}" type="slidenum"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dt" idx="25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ftr" idx="26"/>
          </p:nvPr>
        </p:nvSpPr>
        <p:spPr>
          <a:xfrm>
            <a:off x="3124080" y="4767120"/>
            <a:ext cx="289512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sldNum" idx="27"/>
          </p:nvPr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64D7C95-A256-4099-A8CD-6315AB99E1BA}" type="slidenum"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57200" y="204840"/>
            <a:ext cx="3007800" cy="871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343080">
              <a:lnSpc>
                <a:spcPct val="100000"/>
              </a:lnSpc>
              <a:buNone/>
              <a:defRPr lang="en-US" sz="15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343080">
              <a:lnSpc>
                <a:spcPct val="100000"/>
              </a:lnSpc>
              <a:buNone/>
            </a:pPr>
            <a:r>
              <a:rPr lang="en-US" sz="15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15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3575160" y="204840"/>
            <a:ext cx="5111280" cy="4389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–"/>
              <a:def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–"/>
              <a:def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»"/>
              <a:def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343080" algn="l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028880" lvl="2" indent="-343080" algn="l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indent="-343080" algn="l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14680" lvl="4" indent="-343080" algn="l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»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body"/>
          </p:nvPr>
        </p:nvSpPr>
        <p:spPr>
          <a:xfrm>
            <a:off x="457200" y="1076400"/>
            <a:ext cx="3007800" cy="351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343080">
              <a:lnSpc>
                <a:spcPct val="100000"/>
              </a:lnSpc>
              <a:spcBef>
                <a:spcPts val="210"/>
              </a:spcBef>
              <a:buNone/>
              <a:tabLst>
                <a:tab pos="0" algn="l"/>
              </a:tabLst>
              <a:defRPr lang="en-US" sz="105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343080">
              <a:lnSpc>
                <a:spcPct val="100000"/>
              </a:lnSpc>
              <a:spcBef>
                <a:spcPts val="210"/>
              </a:spcBef>
              <a:buNone/>
              <a:tabLst>
                <a:tab pos="0" algn="l"/>
              </a:tabLst>
            </a:pPr>
            <a:r>
              <a:rPr lang="en-US" sz="10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0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 type="dt" idx="28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5"/>
          <p:cNvSpPr>
            <a:spLocks noGrp="1"/>
          </p:cNvSpPr>
          <p:nvPr>
            <p:ph type="ftr" idx="29"/>
          </p:nvPr>
        </p:nvSpPr>
        <p:spPr>
          <a:xfrm>
            <a:off x="3124080" y="4767120"/>
            <a:ext cx="289512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6"/>
          <p:cNvSpPr>
            <a:spLocks noGrp="1"/>
          </p:cNvSpPr>
          <p:nvPr>
            <p:ph type="sldNum" idx="30"/>
          </p:nvPr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AA21116-428D-4387-882A-BB75B98ACD5A}" type="slidenum"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1792440" y="3600360"/>
            <a:ext cx="5486040" cy="4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343080">
              <a:lnSpc>
                <a:spcPct val="100000"/>
              </a:lnSpc>
              <a:buNone/>
              <a:defRPr lang="en-US" sz="15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343080">
              <a:lnSpc>
                <a:spcPct val="100000"/>
              </a:lnSpc>
              <a:buNone/>
            </a:pPr>
            <a:r>
              <a:rPr lang="en-US" sz="15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15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1792440" y="459720"/>
            <a:ext cx="5486040" cy="30859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343080">
              <a:spcBef>
                <a:spcPts val="21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34308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34308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34308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34308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34308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34308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343080">
              <a:spcBef>
                <a:spcPts val="21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lvl="1" algn="l" defTabSz="34308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2" algn="l" defTabSz="34308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028880" lvl="3" algn="l" defTabSz="34308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4" algn="l" defTabSz="34308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14680" lvl="5" algn="l" defTabSz="34308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6" algn="l" defTabSz="34308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1792440" y="4025520"/>
            <a:ext cx="5486040" cy="603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343080">
              <a:lnSpc>
                <a:spcPct val="100000"/>
              </a:lnSpc>
              <a:spcBef>
                <a:spcPts val="210"/>
              </a:spcBef>
              <a:buNone/>
              <a:tabLst>
                <a:tab pos="0" algn="l"/>
              </a:tabLst>
              <a:defRPr lang="en-US" sz="105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343080">
              <a:lnSpc>
                <a:spcPct val="100000"/>
              </a:lnSpc>
              <a:spcBef>
                <a:spcPts val="210"/>
              </a:spcBef>
              <a:buNone/>
              <a:tabLst>
                <a:tab pos="0" algn="l"/>
              </a:tabLst>
            </a:pPr>
            <a:r>
              <a:rPr lang="en-US" sz="10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0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dt" idx="31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ftr" idx="32"/>
          </p:nvPr>
        </p:nvSpPr>
        <p:spPr>
          <a:xfrm>
            <a:off x="3124080" y="4767120"/>
            <a:ext cx="289512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6"/>
          <p:cNvSpPr>
            <a:spLocks noGrp="1"/>
          </p:cNvSpPr>
          <p:nvPr>
            <p:ph type="sldNum" idx="33"/>
          </p:nvPr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DD0436E-1510-474E-AB56-F3118B329F69}" type="slidenum"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685800" y="1597680"/>
            <a:ext cx="7772040" cy="1102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Uso de CMC en la Granulación de Fertilizantes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subTitle"/>
          </p:nvPr>
        </p:nvSpPr>
        <p:spPr>
          <a:xfrm>
            <a:off x="1371600" y="2914560"/>
            <a:ext cx="6400440" cy="1314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ctr" defTabSz="34308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Calferquim S.A.S.</a:t>
            </a:r>
            <a:endParaRPr lang="en-US" sz="24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dt" idx="34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2026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¿Qué es la CMC?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algn="l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La Carboximetilcelulosa (CMC) es un polímero aniónico biodegradable.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 disuelve en agua actuando como un excelente aglutinante líquido.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Modifica la tensión interfacial para unir partículas minerales.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Es no tóxica y mejora la retención hídrica del suelo agrícola.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Beneficios de su Uso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algn="l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Reducción de polvo: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Elimina riesgos de inhalación y pérdidas.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Evita el apelmazamiento: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Mejora el almacenamiento y transporte.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Alta eficiencia: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Permite usar dosis muy bajas (0.1 – 3%).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Liberación controlada: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Puede actuar como disgregante en el suelo.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Mecanismo de Cohesión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algn="l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Fase Húmeda: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Forma puentes líquidos que absorben impactos.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Fase de Secado: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El agua se evapora y el polímero precipita.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Puentes Sólidos: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Crea redes tridimensionales inquebrantables.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Enlaces Químicos: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Genera fuerte adhesión por puentes de hidrógeno.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Limitaciones y Riesgos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algn="l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Sensibilidad iónica: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El ion Ca²⁺ causa gelificación o precipitación.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Mayor costo: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Es más cara frente al estándar industrial (lignosulfonato).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Higroscopicidad: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Absorbe humedad ambiental, exigiendo control.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Sobre-aglutinación: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Alta viscosidad puede bloquear poros y solubilidad.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Viabilidad por Mineral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algn="l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Silicatos de Mg (Talco):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Excelente candidato, sin interferencia iónica.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Caliza y Dolomita: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Viables por su bajísima solubilidad en agua.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Yeso (CaSO₄):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Riesgo alto por liberación continua de iones Ca²⁺.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Kieserita: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Inviable en granulación húmeda por alta solubilidad.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Conclusiones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algn="l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La CMC es una alternativa ecológica de alto rendimiento mecánico.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Mantiene la pureza del fertilizante al no requerir altas cargas inertes.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Requiere selección estricta de viscosidad y grado de sustitución.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Impulsa la transición hacia fertilizantes de precisión.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198</TotalTime>
  <Application>LibreOffice/26.2.1.2$Linux_X86_64 LibreOffice_project/620$Build-2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2026-03-17T13:47:07Z</dcterms:created>
  <dc:creator>Calferquim S.A.S.</dc:creator>
  <dc:description/>
  <dc:language>en-US</dc:language>
  <cp:lastModifiedBy/>
  <dcterms:modified xsi:type="dcterms:W3CDTF">2026-03-17T15:00:32Z</dcterms:modified>
  <cp:revision>1</cp:revision>
  <dc:subject/>
  <dc:title>Uso de CMC en la Granulación de Fertilizantes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2026</vt:lpwstr>
  </property>
</Properties>
</file>