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66" r:id="rId2"/>
    <p:sldId id="288" r:id="rId3"/>
    <p:sldId id="323" r:id="rId4"/>
    <p:sldId id="325" r:id="rId5"/>
    <p:sldId id="299" r:id="rId6"/>
    <p:sldId id="289" r:id="rId7"/>
    <p:sldId id="300" r:id="rId8"/>
    <p:sldId id="303" r:id="rId9"/>
    <p:sldId id="290" r:id="rId10"/>
    <p:sldId id="260" r:id="rId11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 de Microsoft Office" initials="UdMO" lastIdx="1" clrIdx="0">
    <p:extLst>
      <p:ext uri="{19B8F6BF-5375-455C-9EA6-DF929625EA0E}">
        <p15:presenceInfo xmlns:p15="http://schemas.microsoft.com/office/powerpoint/2012/main" userId="Usuario de Microsoft Offic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E03A00"/>
    <a:srgbClr val="DEA97E"/>
    <a:srgbClr val="40B08F"/>
    <a:srgbClr val="F3B73C"/>
    <a:srgbClr val="00A480"/>
    <a:srgbClr val="296BAE"/>
    <a:srgbClr val="F2E6CC"/>
    <a:srgbClr val="172B7E"/>
    <a:srgbClr val="2BA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94721"/>
  </p:normalViewPr>
  <p:slideViewPr>
    <p:cSldViewPr snapToGrid="0" snapToObjects="1">
      <p:cViewPr varScale="1">
        <p:scale>
          <a:sx n="108" d="100"/>
          <a:sy n="108" d="100"/>
        </p:scale>
        <p:origin x="1398" y="10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20C8-5CC2-4512-A170-3BB4A42359D8}" type="datetimeFigureOut">
              <a:rPr lang="es-CO" smtClean="0"/>
              <a:t>5/08/2025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60B8B-E499-4172-8789-9C2DECCB228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8387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1" name="Google Shape;5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9462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0819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1171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823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11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DB89D-5D07-394E-9E68-0DA793DAC88A}" type="datetimeFigureOut">
              <a:rPr lang="es-ES" smtClean="0"/>
              <a:t>05/08/2025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576775" y="759441"/>
            <a:ext cx="8384344" cy="30618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b="1" dirty="0">
                <a:solidFill>
                  <a:srgbClr val="002060"/>
                </a:solidFill>
                <a:latin typeface="Ancizar Sans" panose="020B0602040300000003" pitchFamily="34" charset="0"/>
                <a:ea typeface="+mn-ea"/>
                <a:cs typeface="Times New Roman" panose="02020603050405020304" pitchFamily="18" charset="0"/>
              </a:rPr>
              <a:t>GESTIÓN DEL RIESGO DE EMERGENCIAS Y DESASTRES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64830" y="4325922"/>
            <a:ext cx="5810117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ítulo 1"/>
          <p:cNvSpPr txBox="1">
            <a:spLocks/>
          </p:cNvSpPr>
          <p:nvPr/>
        </p:nvSpPr>
        <p:spPr>
          <a:xfrm>
            <a:off x="1471366" y="4426447"/>
            <a:ext cx="6201268" cy="9701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rgbClr val="172B7E"/>
                </a:solidFill>
                <a:latin typeface="Ancizar Serif"/>
                <a:cs typeface="Ancizar Serif"/>
              </a:rPr>
              <a:t>UNIVERSIDAD NACIONAL DE COLOMBIA </a:t>
            </a:r>
          </a:p>
          <a:p>
            <a:r>
              <a:rPr lang="es-ES" sz="2400" b="1" dirty="0">
                <a:solidFill>
                  <a:srgbClr val="172B7E"/>
                </a:solidFill>
                <a:latin typeface="Ancizar Serif"/>
                <a:cs typeface="Ancizar Serif"/>
              </a:rPr>
              <a:t>SEDE MEDELLÍN</a:t>
            </a:r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0"/>
          <p:cNvSpPr txBox="1"/>
          <p:nvPr/>
        </p:nvSpPr>
        <p:spPr>
          <a:xfrm>
            <a:off x="392938" y="128780"/>
            <a:ext cx="85602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7E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rgbClr val="172B7E"/>
                </a:solidFill>
              </a:rPr>
              <a:t>Grupos de intervención en el manejo de las emergencias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30"/>
          <p:cNvPicPr preferRelativeResize="0"/>
          <p:nvPr/>
        </p:nvPicPr>
        <p:blipFill rotWithShape="1">
          <a:blip r:embed="rId3">
            <a:alphaModFix/>
          </a:blip>
          <a:srcRect l="51828"/>
          <a:stretch/>
        </p:blipFill>
        <p:spPr>
          <a:xfrm>
            <a:off x="5022165" y="3277772"/>
            <a:ext cx="3596295" cy="267095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0"/>
          <p:cNvSpPr txBox="1"/>
          <p:nvPr/>
        </p:nvSpPr>
        <p:spPr>
          <a:xfrm>
            <a:off x="359748" y="481943"/>
            <a:ext cx="8391314" cy="267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+mj-lt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+mj-lt"/>
              </a:rPr>
              <a:t>Comité de prevención del Riesgo y Atención de la Emergencia (CPRAE)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+mj-lt"/>
              </a:rPr>
              <a:t>Comité Operativo de Emergencias (COE)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+mj-lt"/>
              </a:rPr>
              <a:t>Equipo Gestión del Riesgo de Emergencias y Desastres</a:t>
            </a:r>
            <a:endParaRPr sz="1600" dirty="0">
              <a:solidFill>
                <a:schemeClr val="dk1"/>
              </a:solidFill>
              <a:latin typeface="+mj-lt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+mj-lt"/>
              </a:rPr>
              <a:t>Atención Prehospitalaria (Paramédicos)</a:t>
            </a:r>
            <a:endParaRPr sz="1600" dirty="0">
              <a:solidFill>
                <a:schemeClr val="dk1"/>
              </a:solidFill>
              <a:latin typeface="+mj-lt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dk1"/>
                </a:solidFill>
                <a:latin typeface="+mj-lt"/>
              </a:rPr>
              <a:t>Brigada de emergencias</a:t>
            </a:r>
            <a:endParaRPr sz="1600" dirty="0">
              <a:solidFill>
                <a:schemeClr val="dk1"/>
              </a:solidFill>
              <a:latin typeface="+mj-lt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Líderes y </a:t>
            </a:r>
            <a:r>
              <a:rPr lang="es-ES" sz="1600" dirty="0">
                <a:solidFill>
                  <a:schemeClr val="dk1"/>
                </a:solidFill>
                <a:latin typeface="+mj-lt"/>
              </a:rPr>
              <a:t>facilitadores de evacuación</a:t>
            </a:r>
            <a:endParaRPr sz="16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Gestores de</a:t>
            </a:r>
            <a:r>
              <a:rPr lang="es-ES" sz="1600" dirty="0">
                <a:solidFill>
                  <a:schemeClr val="dk1"/>
                </a:solidFill>
                <a:latin typeface="+mj-lt"/>
              </a:rPr>
              <a:t>l 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riesgo estudiantil</a:t>
            </a:r>
            <a:endParaRPr sz="16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1600" b="0" i="0" u="none" strike="noStrike" cap="none" dirty="0">
              <a:solidFill>
                <a:srgbClr val="172B7E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p30"/>
          <p:cNvPicPr preferRelativeResize="0"/>
          <p:nvPr/>
        </p:nvPicPr>
        <p:blipFill rotWithShape="1">
          <a:blip r:embed="rId3">
            <a:alphaModFix/>
          </a:blip>
          <a:srcRect r="49487"/>
          <a:stretch/>
        </p:blipFill>
        <p:spPr>
          <a:xfrm>
            <a:off x="970671" y="3277772"/>
            <a:ext cx="3396200" cy="267095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0"/>
          <p:cNvSpPr/>
          <p:nvPr/>
        </p:nvSpPr>
        <p:spPr>
          <a:xfrm>
            <a:off x="958218" y="3277772"/>
            <a:ext cx="3408640" cy="2671038"/>
          </a:xfrm>
          <a:prstGeom prst="rect">
            <a:avLst/>
          </a:prstGeom>
          <a:noFill/>
          <a:ln w="38100" cap="flat" cmpd="sng">
            <a:solidFill>
              <a:srgbClr val="1DA88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5009712" y="3277770"/>
            <a:ext cx="3596295" cy="2671039"/>
          </a:xfrm>
          <a:prstGeom prst="rect">
            <a:avLst/>
          </a:prstGeom>
          <a:noFill/>
          <a:ln w="38100" cap="flat" cmpd="sng">
            <a:solidFill>
              <a:srgbClr val="1DA88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592710-243A-41BD-B883-2F22A839D551}"/>
              </a:ext>
            </a:extLst>
          </p:cNvPr>
          <p:cNvSpPr txBox="1"/>
          <p:nvPr/>
        </p:nvSpPr>
        <p:spPr>
          <a:xfrm>
            <a:off x="238959" y="6254754"/>
            <a:ext cx="1351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2DAA84-31BD-43CE-A953-DFF4BA09C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4" y="0"/>
            <a:ext cx="6128015" cy="612283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35325D6-C558-488D-B1E6-0EDA7AFC2119}"/>
              </a:ext>
            </a:extLst>
          </p:cNvPr>
          <p:cNvSpPr txBox="1"/>
          <p:nvPr/>
        </p:nvSpPr>
        <p:spPr>
          <a:xfrm>
            <a:off x="238959" y="6193266"/>
            <a:ext cx="13517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100" dirty="0">
              <a:solidFill>
                <a:schemeClr val="bg1"/>
              </a:solidFill>
              <a:latin typeface="Ancizar Sans Regular Italic" panose="020B0602040300000003" pitchFamily="34" charset="0"/>
            </a:endParaRPr>
          </a:p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</p:spTree>
    <p:extLst>
      <p:ext uri="{BB962C8B-B14F-4D97-AF65-F5344CB8AC3E}">
        <p14:creationId xmlns:p14="http://schemas.microsoft.com/office/powerpoint/2010/main" val="2654622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35325D6-C558-488D-B1E6-0EDA7AFC2119}"/>
              </a:ext>
            </a:extLst>
          </p:cNvPr>
          <p:cNvSpPr txBox="1"/>
          <p:nvPr/>
        </p:nvSpPr>
        <p:spPr>
          <a:xfrm>
            <a:off x="238959" y="6193266"/>
            <a:ext cx="13517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100" dirty="0">
              <a:solidFill>
                <a:schemeClr val="bg1"/>
              </a:solidFill>
              <a:latin typeface="Ancizar Sans Regular Italic" panose="020B0602040300000003" pitchFamily="34" charset="0"/>
            </a:endParaRPr>
          </a:p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7BB8C2A-5DB4-47B7-A49D-CFE8E129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342" y="0"/>
            <a:ext cx="5623655" cy="61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1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C:\Users\rpiedrahitau\Downloads\20190919_153004.jpg">
            <a:extLst>
              <a:ext uri="{FF2B5EF4-FFF2-40B4-BE49-F238E27FC236}">
                <a16:creationId xmlns:a16="http://schemas.microsoft.com/office/drawing/2014/main" id="{00000000-0008-0000-0300-00001200000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915" y="1071965"/>
            <a:ext cx="3460801" cy="47140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84;p31">
            <a:extLst>
              <a:ext uri="{FF2B5EF4-FFF2-40B4-BE49-F238E27FC236}">
                <a16:creationId xmlns:a16="http://schemas.microsoft.com/office/drawing/2014/main" id="{F3FF4DB6-674E-4CFB-B6C6-B89341F10ADE}"/>
              </a:ext>
            </a:extLst>
          </p:cNvPr>
          <p:cNvSpPr txBox="1"/>
          <p:nvPr/>
        </p:nvSpPr>
        <p:spPr>
          <a:xfrm>
            <a:off x="2078834" y="298662"/>
            <a:ext cx="4575184" cy="48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7E"/>
              </a:buClr>
              <a:buSzPct val="100000"/>
              <a:buFont typeface="Arial"/>
              <a:buNone/>
            </a:pPr>
            <a:r>
              <a:rPr lang="es-ES" sz="3600" dirty="0">
                <a:solidFill>
                  <a:srgbClr val="172B7E"/>
                </a:solidFill>
              </a:rPr>
              <a:t>Puntos de encuentro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7E9CB6-FD39-4A4A-9620-6AA7759FBFCE}"/>
              </a:ext>
            </a:extLst>
          </p:cNvPr>
          <p:cNvSpPr txBox="1"/>
          <p:nvPr/>
        </p:nvSpPr>
        <p:spPr>
          <a:xfrm>
            <a:off x="238959" y="6254754"/>
            <a:ext cx="1351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</p:spTree>
    <p:extLst>
      <p:ext uri="{BB962C8B-B14F-4D97-AF65-F5344CB8AC3E}">
        <p14:creationId xmlns:p14="http://schemas.microsoft.com/office/powerpoint/2010/main" val="384765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A26621B-2DAA-43EC-9449-06232D81709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94548"/>
            <a:ext cx="8243667" cy="5727950"/>
          </a:xfrm>
          <a:prstGeom prst="rect">
            <a:avLst/>
          </a:prstGeom>
          <a:noFill/>
        </p:spPr>
      </p:pic>
      <p:pic>
        <p:nvPicPr>
          <p:cNvPr id="8" name="Imagen 7" descr="C:\Users\rpiedrahitau\Downloads\20190919_153004.jpg">
            <a:extLst>
              <a:ext uri="{FF2B5EF4-FFF2-40B4-BE49-F238E27FC236}">
                <a16:creationId xmlns:a16="http://schemas.microsoft.com/office/drawing/2014/main" id="{50A46380-4D9F-47AA-A275-43B9939CA3B3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2209797" y="2507775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C:\Users\rpiedrahitau\Downloads\20190919_153004.jpg">
            <a:extLst>
              <a:ext uri="{FF2B5EF4-FFF2-40B4-BE49-F238E27FC236}">
                <a16:creationId xmlns:a16="http://schemas.microsoft.com/office/drawing/2014/main" id="{C7F41FBF-0D40-4719-AB63-06E002710023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6370320" y="3058523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C:\Users\rpiedrahitau\Downloads\20190919_153004.jpg">
            <a:extLst>
              <a:ext uri="{FF2B5EF4-FFF2-40B4-BE49-F238E27FC236}">
                <a16:creationId xmlns:a16="http://schemas.microsoft.com/office/drawing/2014/main" id="{AF340198-46AE-4AE3-9275-F291D349FB0B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4851010" y="2886192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 descr="C:\Users\rpiedrahitau\Downloads\20190919_153004.jpg">
            <a:extLst>
              <a:ext uri="{FF2B5EF4-FFF2-40B4-BE49-F238E27FC236}">
                <a16:creationId xmlns:a16="http://schemas.microsoft.com/office/drawing/2014/main" id="{3BD91403-ACE1-4826-AB75-EDD2CE9BB0F1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4135898" y="845915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 descr="C:\Users\rpiedrahitau\Downloads\20190919_153004.jpg">
            <a:extLst>
              <a:ext uri="{FF2B5EF4-FFF2-40B4-BE49-F238E27FC236}">
                <a16:creationId xmlns:a16="http://schemas.microsoft.com/office/drawing/2014/main" id="{C8642B97-9AF9-49F3-9CFB-E4B540372004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6541478" y="1887864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 descr="C:\Users\rpiedrahitau\Downloads\20190919_153004.jpg">
            <a:extLst>
              <a:ext uri="{FF2B5EF4-FFF2-40B4-BE49-F238E27FC236}">
                <a16:creationId xmlns:a16="http://schemas.microsoft.com/office/drawing/2014/main" id="{7FC99E81-3982-4977-90CC-7B7DB9E19A9D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2076153" y="1750942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13" descr="C:\Users\rpiedrahitau\Downloads\20190919_153004.jpg">
            <a:extLst>
              <a:ext uri="{FF2B5EF4-FFF2-40B4-BE49-F238E27FC236}">
                <a16:creationId xmlns:a16="http://schemas.microsoft.com/office/drawing/2014/main" id="{E85ED332-BC95-4CC8-A26C-7DE5424FD3E3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4269542" y="4289286"/>
            <a:ext cx="267287" cy="75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8A759F3-CBE9-41FE-8090-6275B3E4F667}"/>
              </a:ext>
            </a:extLst>
          </p:cNvPr>
          <p:cNvSpPr txBox="1"/>
          <p:nvPr/>
        </p:nvSpPr>
        <p:spPr>
          <a:xfrm>
            <a:off x="238959" y="6254754"/>
            <a:ext cx="1351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1"/>
          <p:cNvSpPr txBox="1"/>
          <p:nvPr/>
        </p:nvSpPr>
        <p:spPr>
          <a:xfrm>
            <a:off x="259080" y="6294120"/>
            <a:ext cx="31165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1" u="none" strike="noStrike" cap="none">
                <a:solidFill>
                  <a:srgbClr val="F2E6CC"/>
                </a:solidFill>
                <a:latin typeface="Arial"/>
                <a:ea typeface="Arial"/>
                <a:cs typeface="Arial"/>
                <a:sym typeface="Arial"/>
              </a:rPr>
              <a:t>Dirección de Personal Académico y Administrativo</a:t>
            </a:r>
            <a:endParaRPr sz="900" b="0" i="1" u="none" strike="noStrike" cap="none">
              <a:solidFill>
                <a:srgbClr val="F2E6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1" u="none" strike="noStrike" cap="none">
                <a:solidFill>
                  <a:srgbClr val="F2E6CC"/>
                </a:solidFill>
                <a:latin typeface="Arial"/>
                <a:ea typeface="Arial"/>
                <a:cs typeface="Arial"/>
                <a:sym typeface="Arial"/>
              </a:rPr>
              <a:t>Sede Medellín</a:t>
            </a:r>
            <a:endParaRPr sz="900" b="0" i="1" u="none" strike="noStrike" cap="none">
              <a:solidFill>
                <a:srgbClr val="F2E6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B2FD9D-B494-4637-B674-EABE8F45E0C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10" y="194549"/>
            <a:ext cx="8876714" cy="5784220"/>
          </a:xfrm>
          <a:prstGeom prst="rect">
            <a:avLst/>
          </a:prstGeom>
          <a:noFill/>
        </p:spPr>
      </p:pic>
      <p:pic>
        <p:nvPicPr>
          <p:cNvPr id="8" name="Imagen 7" descr="C:\Users\rpiedrahitau\Downloads\20190919_153004.jpg">
            <a:extLst>
              <a:ext uri="{FF2B5EF4-FFF2-40B4-BE49-F238E27FC236}">
                <a16:creationId xmlns:a16="http://schemas.microsoft.com/office/drawing/2014/main" id="{295219F6-687B-4691-84E2-6BC65C606B30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3108373" y="1804390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C:\Users\rpiedrahitau\Downloads\20190919_153004.jpg">
            <a:extLst>
              <a:ext uri="{FF2B5EF4-FFF2-40B4-BE49-F238E27FC236}">
                <a16:creationId xmlns:a16="http://schemas.microsoft.com/office/drawing/2014/main" id="{83526425-53A4-4E2F-89B5-A3870AE5B8E5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1683726" y="3673049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C:\Users\rpiedrahitau\Downloads\20190919_153004.jpg">
            <a:extLst>
              <a:ext uri="{FF2B5EF4-FFF2-40B4-BE49-F238E27FC236}">
                <a16:creationId xmlns:a16="http://schemas.microsoft.com/office/drawing/2014/main" id="{6E61058A-992E-4037-8F92-74F166DA753C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2736458" y="4711236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 descr="C:\Users\rpiedrahitau\Downloads\20190919_153004.jpg">
            <a:extLst>
              <a:ext uri="{FF2B5EF4-FFF2-40B4-BE49-F238E27FC236}">
                <a16:creationId xmlns:a16="http://schemas.microsoft.com/office/drawing/2014/main" id="{2CDA56D1-63E1-4FB2-AD0F-7471A8B0CE96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7488993" y="655559"/>
            <a:ext cx="267287" cy="7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 descr="C:\Users\rpiedrahitau\Downloads\20190919_153004.jpg">
            <a:extLst>
              <a:ext uri="{FF2B5EF4-FFF2-40B4-BE49-F238E27FC236}">
                <a16:creationId xmlns:a16="http://schemas.microsoft.com/office/drawing/2014/main" id="{C7BEEBD3-9CF9-42ED-A152-22C291DE4B2E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6" r="30300"/>
          <a:stretch/>
        </p:blipFill>
        <p:spPr bwMode="auto">
          <a:xfrm>
            <a:off x="4564381" y="3086659"/>
            <a:ext cx="267287" cy="756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449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1"/>
          <p:cNvSpPr txBox="1"/>
          <p:nvPr/>
        </p:nvSpPr>
        <p:spPr>
          <a:xfrm>
            <a:off x="1498874" y="148375"/>
            <a:ext cx="6413618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7E"/>
              </a:buClr>
              <a:buSzPct val="1000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172B7E"/>
                </a:solidFill>
                <a:latin typeface="Arial"/>
                <a:ea typeface="Arial"/>
                <a:cs typeface="Arial"/>
                <a:sym typeface="Arial"/>
              </a:rPr>
              <a:t>SISTEMA DE NOTIFICACIÓN – SECRETARÍA DE SEDE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31"/>
          <p:cNvPicPr preferRelativeResize="0"/>
          <p:nvPr/>
        </p:nvPicPr>
        <p:blipFill rotWithShape="1">
          <a:blip r:embed="rId3">
            <a:alphaModFix/>
          </a:blip>
          <a:srcRect l="6676" t="16062" r="5472" b="12929"/>
          <a:stretch/>
        </p:blipFill>
        <p:spPr>
          <a:xfrm>
            <a:off x="1817370" y="754601"/>
            <a:ext cx="5752730" cy="5131293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1"/>
          <p:cNvSpPr/>
          <p:nvPr/>
        </p:nvSpPr>
        <p:spPr>
          <a:xfrm>
            <a:off x="1817370" y="754601"/>
            <a:ext cx="5752730" cy="5131293"/>
          </a:xfrm>
          <a:prstGeom prst="rect">
            <a:avLst/>
          </a:prstGeom>
          <a:noFill/>
          <a:ln w="38100" cap="flat" cmpd="sng">
            <a:solidFill>
              <a:srgbClr val="1DA88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2CAF72-8486-4ADE-814E-7582931729D2}"/>
              </a:ext>
            </a:extLst>
          </p:cNvPr>
          <p:cNvSpPr txBox="1"/>
          <p:nvPr/>
        </p:nvSpPr>
        <p:spPr>
          <a:xfrm>
            <a:off x="238959" y="6254754"/>
            <a:ext cx="1351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</p:spTree>
    <p:extLst>
      <p:ext uri="{BB962C8B-B14F-4D97-AF65-F5344CB8AC3E}">
        <p14:creationId xmlns:p14="http://schemas.microsoft.com/office/powerpoint/2010/main" val="108484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2"/>
          <p:cNvSpPr txBox="1"/>
          <p:nvPr/>
        </p:nvSpPr>
        <p:spPr>
          <a:xfrm>
            <a:off x="621892" y="246063"/>
            <a:ext cx="7900216" cy="39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7E"/>
              </a:buClr>
              <a:buSzPct val="100000"/>
              <a:buFont typeface="Arial"/>
              <a:buNone/>
            </a:pPr>
            <a:r>
              <a:rPr lang="es-ES" sz="2400" b="0" i="0" u="none" strike="noStrike" cap="none" dirty="0">
                <a:solidFill>
                  <a:srgbClr val="172B7E"/>
                </a:solidFill>
                <a:latin typeface="Arial"/>
                <a:ea typeface="Arial"/>
                <a:cs typeface="Arial"/>
                <a:sym typeface="Arial"/>
              </a:rPr>
              <a:t>QUÉ HACER EN CASO DE EVACUACIÓN POR SITUACIONES DE EMERGENCIA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32"/>
          <p:cNvPicPr preferRelativeResize="0"/>
          <p:nvPr/>
        </p:nvPicPr>
        <p:blipFill rotWithShape="1">
          <a:blip r:embed="rId3">
            <a:alphaModFix/>
          </a:blip>
          <a:srcRect l="5569" t="10272" r="9052" b="4337"/>
          <a:stretch/>
        </p:blipFill>
        <p:spPr>
          <a:xfrm>
            <a:off x="2294878" y="753192"/>
            <a:ext cx="5162365" cy="539037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2"/>
          <p:cNvSpPr/>
          <p:nvPr/>
        </p:nvSpPr>
        <p:spPr>
          <a:xfrm>
            <a:off x="2294877" y="753192"/>
            <a:ext cx="5162365" cy="5390372"/>
          </a:xfrm>
          <a:prstGeom prst="rect">
            <a:avLst/>
          </a:prstGeom>
          <a:noFill/>
          <a:ln w="38100" cap="flat" cmpd="sng">
            <a:solidFill>
              <a:srgbClr val="1DA88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8F9F7D-3F61-42E9-AF33-8D881C8AA5D2}"/>
              </a:ext>
            </a:extLst>
          </p:cNvPr>
          <p:cNvSpPr txBox="1"/>
          <p:nvPr/>
        </p:nvSpPr>
        <p:spPr>
          <a:xfrm>
            <a:off x="238959" y="6254754"/>
            <a:ext cx="1351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chemeClr val="bg1"/>
                </a:solidFill>
                <a:latin typeface="Ancizar Sans Regular Italic" panose="020B0602040300000003" pitchFamily="34" charset="0"/>
              </a:rPr>
              <a:t>Sede Medellín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452517" y="2734257"/>
            <a:ext cx="2622967" cy="733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5000" i="1" dirty="0">
                <a:solidFill>
                  <a:srgbClr val="E03A00"/>
                </a:solidFill>
                <a:latin typeface="Ancizar Serif"/>
                <a:cs typeface="Ancizar Serif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Plantilla-presentacion.thmx</Template>
  <TotalTime>9242</TotalTime>
  <Words>110</Words>
  <Application>Microsoft Office PowerPoint</Application>
  <PresentationFormat>Presentación en pantalla (4:3)</PresentationFormat>
  <Paragraphs>27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Ancizar Sans</vt:lpstr>
      <vt:lpstr>Ancizar Sans Regular Italic</vt:lpstr>
      <vt:lpstr>Ancizar Serif</vt:lpstr>
      <vt:lpstr>Arial</vt:lpstr>
      <vt:lpstr>Calibri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Unimedios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Shayu Garnica</dc:creator>
  <cp:lastModifiedBy>Atención Pre-Hospitalaria</cp:lastModifiedBy>
  <cp:revision>470</cp:revision>
  <dcterms:created xsi:type="dcterms:W3CDTF">2018-07-09T16:33:10Z</dcterms:created>
  <dcterms:modified xsi:type="dcterms:W3CDTF">2025-08-05T17:50:34Z</dcterms:modified>
</cp:coreProperties>
</file>