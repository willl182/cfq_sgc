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6858000" cx="12192000"/>
  <p:notesSz cx="6858000" cy="9144000"/>
  <p:embeddedFontLst>
    <p:embeddedFont>
      <p:font typeface="Play"/>
      <p:regular r:id="rId11"/>
      <p:bold r:id="rId12"/>
    </p:embeddedFont>
    <p:embeddedFont>
      <p:font typeface="League Spartan"/>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CA844C-917C-4ED5-8990-6E7DE3A4A09D}">
  <a:tblStyle styleId="{0ACA844C-917C-4ED5-8990-6E7DE3A4A09D}" styleName="Table_0">
    <a:wholeTbl>
      <a:tcTxStyle b="off" i="off">
        <a:font>
          <a:latin typeface="Aptos"/>
          <a:ea typeface="Aptos"/>
          <a:cs typeface="Aptos"/>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Play-regular.fntdata"/><Relationship Id="rId10" Type="http://schemas.openxmlformats.org/officeDocument/2006/relationships/slide" Target="slides/slide5.xml"/><Relationship Id="rId13" Type="http://schemas.openxmlformats.org/officeDocument/2006/relationships/font" Target="fonts/LeagueSpartan-regular.fntdata"/><Relationship Id="rId12"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LeagueSpartan-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nvSpPr>
        <p:spPr>
          <a:xfrm>
            <a:off x="6581775" y="3409950"/>
            <a:ext cx="4933950" cy="9848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CO" sz="4000" u="none" cap="none" strike="noStrike">
                <a:solidFill>
                  <a:srgbClr val="009D7E"/>
                </a:solidFill>
                <a:latin typeface="Arial"/>
                <a:ea typeface="Arial"/>
                <a:cs typeface="Arial"/>
                <a:sym typeface="Arial"/>
              </a:rPr>
              <a:t>Título</a:t>
            </a:r>
            <a:endParaRPr/>
          </a:p>
          <a:p>
            <a:pPr indent="0" lvl="0" marL="0" marR="0" rtl="0" algn="l">
              <a:spcBef>
                <a:spcPts val="0"/>
              </a:spcBef>
              <a:spcAft>
                <a:spcPts val="0"/>
              </a:spcAft>
              <a:buNone/>
            </a:pPr>
            <a:r>
              <a:rPr b="1" lang="es-CO" sz="1800">
                <a:solidFill>
                  <a:srgbClr val="787775"/>
                </a:solidFill>
                <a:latin typeface="Arial"/>
                <a:ea typeface="Arial"/>
                <a:cs typeface="Arial"/>
                <a:sym typeface="Arial"/>
              </a:rPr>
              <a:t>Conferencista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nvSpPr>
        <p:spPr>
          <a:xfrm>
            <a:off x="458354" y="1581425"/>
            <a:ext cx="493395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3000">
                <a:solidFill>
                  <a:srgbClr val="009D7E"/>
                </a:solidFill>
                <a:latin typeface="Arial"/>
                <a:ea typeface="Arial"/>
                <a:cs typeface="Arial"/>
                <a:sym typeface="Arial"/>
              </a:rPr>
              <a:t>Títulos</a:t>
            </a:r>
            <a:endParaRPr/>
          </a:p>
        </p:txBody>
      </p:sp>
      <p:sp>
        <p:nvSpPr>
          <p:cNvPr id="90" name="Google Shape;90;p14"/>
          <p:cNvSpPr txBox="1"/>
          <p:nvPr/>
        </p:nvSpPr>
        <p:spPr>
          <a:xfrm>
            <a:off x="458353" y="2473977"/>
            <a:ext cx="11294341"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s-CO" sz="1600">
                <a:solidFill>
                  <a:srgbClr val="787775"/>
                </a:solidFill>
                <a:highlight>
                  <a:srgbClr val="FFFFFF"/>
                </a:highlight>
                <a:latin typeface="Arial"/>
                <a:ea typeface="Arial"/>
                <a:cs typeface="Arial"/>
                <a:sym typeface="Aria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sz="1600">
              <a:solidFill>
                <a:srgbClr val="787775"/>
              </a:solidFill>
              <a:latin typeface="Arial"/>
              <a:ea typeface="Arial"/>
              <a:cs typeface="Arial"/>
              <a:sym typeface="Arial"/>
            </a:endParaRPr>
          </a:p>
        </p:txBody>
      </p:sp>
      <p:sp>
        <p:nvSpPr>
          <p:cNvPr id="91" name="Google Shape;91;p14"/>
          <p:cNvSpPr txBox="1"/>
          <p:nvPr/>
        </p:nvSpPr>
        <p:spPr>
          <a:xfrm>
            <a:off x="458354" y="2019003"/>
            <a:ext cx="49339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2000">
                <a:solidFill>
                  <a:srgbClr val="787775"/>
                </a:solidFill>
                <a:latin typeface="Arial"/>
                <a:ea typeface="Arial"/>
                <a:cs typeface="Arial"/>
                <a:sym typeface="Arial"/>
              </a:rPr>
              <a:t>Subtítulos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3000">
                <a:solidFill>
                  <a:srgbClr val="009D7E"/>
                </a:solidFill>
                <a:latin typeface="Arial"/>
                <a:ea typeface="Arial"/>
                <a:cs typeface="Arial"/>
                <a:sym typeface="Arial"/>
              </a:rPr>
              <a:t>Títulos</a:t>
            </a:r>
            <a:endParaRPr/>
          </a:p>
        </p:txBody>
      </p:sp>
      <p:sp>
        <p:nvSpPr>
          <p:cNvPr id="97" name="Google Shape;97;p15"/>
          <p:cNvSpPr txBox="1"/>
          <p:nvPr/>
        </p:nvSpPr>
        <p:spPr>
          <a:xfrm>
            <a:off x="458354" y="2473977"/>
            <a:ext cx="5218966"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s-CO" sz="1600">
                <a:solidFill>
                  <a:srgbClr val="787775"/>
                </a:solidFill>
                <a:highlight>
                  <a:srgbClr val="FFFFFF"/>
                </a:highlight>
                <a:latin typeface="Arial"/>
                <a:ea typeface="Arial"/>
                <a:cs typeface="Arial"/>
                <a:sym typeface="Aria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sz="1600">
              <a:solidFill>
                <a:srgbClr val="787775"/>
              </a:solidFill>
              <a:latin typeface="Arial"/>
              <a:ea typeface="Arial"/>
              <a:cs typeface="Arial"/>
              <a:sym typeface="Arial"/>
            </a:endParaRPr>
          </a:p>
        </p:txBody>
      </p:sp>
      <p:sp>
        <p:nvSpPr>
          <p:cNvPr id="98" name="Google Shape;98;p15"/>
          <p:cNvSpPr txBox="1"/>
          <p:nvPr/>
        </p:nvSpPr>
        <p:spPr>
          <a:xfrm>
            <a:off x="458354" y="2019003"/>
            <a:ext cx="49339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2000">
                <a:solidFill>
                  <a:srgbClr val="787775"/>
                </a:solidFill>
                <a:latin typeface="Arial"/>
                <a:ea typeface="Arial"/>
                <a:cs typeface="Arial"/>
                <a:sym typeface="Arial"/>
              </a:rPr>
              <a:t>Subtítulos</a:t>
            </a:r>
            <a:endParaRPr/>
          </a:p>
        </p:txBody>
      </p:sp>
      <p:pic>
        <p:nvPicPr>
          <p:cNvPr id="99" name="Google Shape;99;p15"/>
          <p:cNvPicPr preferRelativeResize="0"/>
          <p:nvPr/>
        </p:nvPicPr>
        <p:blipFill rotWithShape="1">
          <a:blip r:embed="rId3">
            <a:alphaModFix/>
          </a:blip>
          <a:srcRect b="0" l="0" r="0" t="0"/>
          <a:stretch/>
        </p:blipFill>
        <p:spPr>
          <a:xfrm>
            <a:off x="6124879" y="2008949"/>
            <a:ext cx="5485659" cy="36571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nvSpPr>
        <p:spPr>
          <a:xfrm>
            <a:off x="458354" y="1581425"/>
            <a:ext cx="493395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3000">
                <a:solidFill>
                  <a:srgbClr val="009D7E"/>
                </a:solidFill>
                <a:latin typeface="Arial"/>
                <a:ea typeface="Arial"/>
                <a:cs typeface="Arial"/>
                <a:sym typeface="Arial"/>
              </a:rPr>
              <a:t>Títulos</a:t>
            </a:r>
            <a:endParaRPr/>
          </a:p>
        </p:txBody>
      </p:sp>
      <p:sp>
        <p:nvSpPr>
          <p:cNvPr id="105" name="Google Shape;105;p16"/>
          <p:cNvSpPr txBox="1"/>
          <p:nvPr/>
        </p:nvSpPr>
        <p:spPr>
          <a:xfrm>
            <a:off x="458353" y="2473977"/>
            <a:ext cx="6253946"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s-CO" sz="1600">
                <a:solidFill>
                  <a:srgbClr val="787775"/>
                </a:solidFill>
                <a:highlight>
                  <a:srgbClr val="FFFFFF"/>
                </a:highlight>
                <a:latin typeface="Arial"/>
                <a:ea typeface="Arial"/>
                <a:cs typeface="Arial"/>
                <a:sym typeface="Aria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sz="1600">
              <a:solidFill>
                <a:srgbClr val="787775"/>
              </a:solidFill>
              <a:latin typeface="Arial"/>
              <a:ea typeface="Arial"/>
              <a:cs typeface="Arial"/>
              <a:sym typeface="Arial"/>
            </a:endParaRPr>
          </a:p>
        </p:txBody>
      </p:sp>
      <p:sp>
        <p:nvSpPr>
          <p:cNvPr id="106" name="Google Shape;106;p16"/>
          <p:cNvSpPr txBox="1"/>
          <p:nvPr/>
        </p:nvSpPr>
        <p:spPr>
          <a:xfrm>
            <a:off x="458354" y="2019003"/>
            <a:ext cx="49339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2000">
                <a:solidFill>
                  <a:srgbClr val="787775"/>
                </a:solidFill>
                <a:latin typeface="Arial"/>
                <a:ea typeface="Arial"/>
                <a:cs typeface="Arial"/>
                <a:sym typeface="Arial"/>
              </a:rPr>
              <a:t>Subtítulos</a:t>
            </a:r>
            <a:endParaRPr/>
          </a:p>
        </p:txBody>
      </p:sp>
      <p:pic>
        <p:nvPicPr>
          <p:cNvPr id="107" name="Google Shape;107;p16"/>
          <p:cNvPicPr preferRelativeResize="0"/>
          <p:nvPr/>
        </p:nvPicPr>
        <p:blipFill rotWithShape="1">
          <a:blip r:embed="rId3">
            <a:alphaModFix/>
          </a:blip>
          <a:srcRect b="0" l="0" r="0" t="0"/>
          <a:stretch/>
        </p:blipFill>
        <p:spPr>
          <a:xfrm>
            <a:off x="6328374" y="1566036"/>
            <a:ext cx="6178995" cy="41193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nvSpPr>
        <p:spPr>
          <a:xfrm>
            <a:off x="458354" y="1581425"/>
            <a:ext cx="493395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3000">
                <a:solidFill>
                  <a:srgbClr val="009D7E"/>
                </a:solidFill>
                <a:latin typeface="Arial"/>
                <a:ea typeface="Arial"/>
                <a:cs typeface="Arial"/>
                <a:sym typeface="Arial"/>
              </a:rPr>
              <a:t>Títulos</a:t>
            </a:r>
            <a:endParaRPr/>
          </a:p>
        </p:txBody>
      </p:sp>
      <p:sp>
        <p:nvSpPr>
          <p:cNvPr id="113" name="Google Shape;113;p17"/>
          <p:cNvSpPr txBox="1"/>
          <p:nvPr/>
        </p:nvSpPr>
        <p:spPr>
          <a:xfrm>
            <a:off x="458352" y="2473977"/>
            <a:ext cx="11258025"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s-CO" sz="1600">
                <a:solidFill>
                  <a:srgbClr val="787775"/>
                </a:solidFill>
                <a:highlight>
                  <a:srgbClr val="FFFFFF"/>
                </a:highlight>
                <a:latin typeface="Arial"/>
                <a:ea typeface="Arial"/>
                <a:cs typeface="Arial"/>
                <a:sym typeface="Arial"/>
              </a:rPr>
              <a:t>Lorem Ipsum is simply dummy text of the printing and typesetting industry. Lorem Ipsum has been the industry's standard dummy text ever since the 1500s, when an unknown printer took a galley of type and scrambled it to make a type specimen book. </a:t>
            </a:r>
            <a:endParaRPr sz="1600">
              <a:solidFill>
                <a:srgbClr val="787775"/>
              </a:solidFill>
              <a:latin typeface="Arial"/>
              <a:ea typeface="Arial"/>
              <a:cs typeface="Arial"/>
              <a:sym typeface="Arial"/>
            </a:endParaRPr>
          </a:p>
        </p:txBody>
      </p:sp>
      <p:sp>
        <p:nvSpPr>
          <p:cNvPr id="114" name="Google Shape;114;p17"/>
          <p:cNvSpPr txBox="1"/>
          <p:nvPr/>
        </p:nvSpPr>
        <p:spPr>
          <a:xfrm>
            <a:off x="458354" y="2019003"/>
            <a:ext cx="49339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2000">
                <a:solidFill>
                  <a:srgbClr val="787775"/>
                </a:solidFill>
                <a:latin typeface="Arial"/>
                <a:ea typeface="Arial"/>
                <a:cs typeface="Arial"/>
                <a:sym typeface="Arial"/>
              </a:rPr>
              <a:t>Subtítulos</a:t>
            </a:r>
            <a:endParaRPr/>
          </a:p>
        </p:txBody>
      </p:sp>
      <p:graphicFrame>
        <p:nvGraphicFramePr>
          <p:cNvPr id="115" name="Google Shape;115;p17"/>
          <p:cNvGraphicFramePr/>
          <p:nvPr/>
        </p:nvGraphicFramePr>
        <p:xfrm>
          <a:off x="2032000" y="3643528"/>
          <a:ext cx="3000000" cy="3000000"/>
        </p:xfrm>
        <a:graphic>
          <a:graphicData uri="http://schemas.openxmlformats.org/drawingml/2006/table">
            <a:tbl>
              <a:tblPr bandRow="1" firstRow="1">
                <a:noFill/>
                <a:tableStyleId>{0ACA844C-917C-4ED5-8990-6E7DE3A4A09D}</a:tableStyleId>
              </a:tblPr>
              <a:tblGrid>
                <a:gridCol w="2709325"/>
                <a:gridCol w="2709325"/>
                <a:gridCol w="2709325"/>
              </a:tblGrid>
              <a:tr h="370850">
                <a:tc>
                  <a:txBody>
                    <a:bodyPr/>
                    <a:lstStyle/>
                    <a:p>
                      <a:pPr indent="0" lvl="0" marL="0" marR="0" rtl="0" algn="ctr">
                        <a:spcBef>
                          <a:spcPts val="0"/>
                        </a:spcBef>
                        <a:spcAft>
                          <a:spcPts val="0"/>
                        </a:spcAft>
                        <a:buNone/>
                      </a:pPr>
                      <a:r>
                        <a:rPr b="1" lang="es-CO" sz="1800" u="none" cap="none" strike="noStrike">
                          <a:solidFill>
                            <a:schemeClr val="lt1"/>
                          </a:solidFill>
                          <a:latin typeface="League Spartan"/>
                          <a:ea typeface="League Spartan"/>
                          <a:cs typeface="League Spartan"/>
                          <a:sym typeface="League Spartan"/>
                        </a:rPr>
                        <a:t>Actividad 1</a:t>
                      </a:r>
                      <a:endParaRPr/>
                    </a:p>
                  </a:txBody>
                  <a:tcPr marT="45725" marB="45725" marR="91450" marL="91450">
                    <a:solidFill>
                      <a:srgbClr val="009D7E"/>
                    </a:solidFill>
                  </a:tcPr>
                </a:tc>
                <a:tc>
                  <a:txBody>
                    <a:bodyPr/>
                    <a:lstStyle/>
                    <a:p>
                      <a:pPr indent="0" lvl="0" marL="0" marR="0" rtl="0" algn="ctr">
                        <a:spcBef>
                          <a:spcPts val="0"/>
                        </a:spcBef>
                        <a:spcAft>
                          <a:spcPts val="0"/>
                        </a:spcAft>
                        <a:buNone/>
                      </a:pPr>
                      <a:r>
                        <a:rPr b="1" lang="es-CO" sz="1800" u="none" cap="none" strike="noStrike">
                          <a:solidFill>
                            <a:schemeClr val="lt1"/>
                          </a:solidFill>
                          <a:latin typeface="League Spartan"/>
                          <a:ea typeface="League Spartan"/>
                          <a:cs typeface="League Spartan"/>
                          <a:sym typeface="League Spartan"/>
                        </a:rPr>
                        <a:t>Actividad 2</a:t>
                      </a:r>
                      <a:endParaRPr/>
                    </a:p>
                  </a:txBody>
                  <a:tcPr marT="45725" marB="45725" marR="91450" marL="91450">
                    <a:solidFill>
                      <a:srgbClr val="009D7E"/>
                    </a:solidFill>
                  </a:tcPr>
                </a:tc>
                <a:tc>
                  <a:txBody>
                    <a:bodyPr/>
                    <a:lstStyle/>
                    <a:p>
                      <a:pPr indent="0" lvl="0" marL="0" marR="0" rtl="0" algn="ctr">
                        <a:spcBef>
                          <a:spcPts val="0"/>
                        </a:spcBef>
                        <a:spcAft>
                          <a:spcPts val="0"/>
                        </a:spcAft>
                        <a:buNone/>
                      </a:pPr>
                      <a:r>
                        <a:rPr b="1" lang="es-CO" sz="1800" u="none" cap="none" strike="noStrike">
                          <a:solidFill>
                            <a:schemeClr val="lt1"/>
                          </a:solidFill>
                          <a:latin typeface="League Spartan"/>
                          <a:ea typeface="League Spartan"/>
                          <a:cs typeface="League Spartan"/>
                          <a:sym typeface="League Spartan"/>
                        </a:rPr>
                        <a:t>Actividad 3</a:t>
                      </a:r>
                      <a:endParaRPr/>
                    </a:p>
                  </a:txBody>
                  <a:tcPr marT="45725" marB="45725" marR="91450" marL="91450">
                    <a:solidFill>
                      <a:srgbClr val="009D7E"/>
                    </a:solidFill>
                  </a:tcPr>
                </a:tc>
              </a:tr>
              <a:tr h="370850">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r>
              <a:tr h="370850">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c>
                  <a:txBody>
                    <a:bodyPr/>
                    <a:lstStyle/>
                    <a:p>
                      <a:pPr indent="0" lvl="0" marL="0" marR="0" rtl="0" algn="ctr">
                        <a:spcBef>
                          <a:spcPts val="0"/>
                        </a:spcBef>
                        <a:spcAft>
                          <a:spcPts val="0"/>
                        </a:spcAft>
                        <a:buNone/>
                      </a:pPr>
                      <a:r>
                        <a:t/>
                      </a:r>
                      <a:endParaRPr sz="1800" u="none" cap="none" strike="noStrike"/>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