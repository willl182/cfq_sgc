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notesMaster" Target="notesMasters/notesMaster1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Documento para revisión de Gerencia. Enfocado en la justificación de plaza y contenido técnico avanzado.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Recomendación estratégica: Asegurar plazas corporativas antes del 2 de mayo para un ahorro del 36%.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de cierre con imagen de fondo del Hotel Las Dunas. Recordar a la gerencia la fecha límite del “Early Bird”.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Informe Ejecutivo: Plataforma Biologicals Latam 2026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Estrategia de Expansión y Contenido Técnico</a:t>
            </a:r>
            <a:br/>
            <a:br/>
            <a:r>
              <a:rPr/>
              <a:t>Gerencia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Septiembre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Introducción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Esta presentación detalla la estrategia de expansión para el 6º Congreso Bioestimulantes Latam en Perú.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Sección 1: Proyección Estratégica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Coordenadas del Evento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Evento:</a:t>
            </a:r>
            <a:r>
              <a:rPr/>
              <a:t> 6º Congreso Bioestimulantes Latam &amp; Redagrícola Biocontrol</a:t>
            </a:r>
          </a:p>
          <a:p>
            <a:pPr lvl="0"/>
            <a:r>
              <a:rPr b="1"/>
              <a:t>Sede:</a:t>
            </a:r>
            <a:r>
              <a:rPr/>
              <a:t> Hotel Las Dunas, Ica, Perú</a:t>
            </a:r>
          </a:p>
          <a:p>
            <a:pPr lvl="0"/>
            <a:r>
              <a:rPr b="1"/>
              <a:t>Fechas:</a:t>
            </a:r>
            <a:r>
              <a:rPr/>
              <a:t> 2 y 3 de septiembre de 2026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Justificación de la Plaza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Ubicación: Ica, Perú</a:t>
            </a:r>
          </a:p>
          <a:p>
            <a:pPr lvl="0" indent="0" marL="0">
              <a:buNone/>
            </a:pPr>
            <a:r>
              <a:rPr/>
              <a:t>Ica representa el polo agroexportador más tecnificado de Perú.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Cultivos Clave:</a:t>
            </a:r>
          </a:p>
          <a:p>
            <a:pPr lvl="0"/>
            <a:r>
              <a:rPr/>
              <a:t>Uva de mesa</a:t>
            </a:r>
          </a:p>
          <a:p>
            <a:pPr lvl="0"/>
            <a:r>
              <a:rPr/>
              <a:t>Arándano</a:t>
            </a:r>
          </a:p>
          <a:p>
            <a:pPr lvl="0"/>
            <a:r>
              <a:rPr/>
              <a:t>Palto</a:t>
            </a:r>
          </a:p>
          <a:p>
            <a:pPr lvl="0" indent="0" marL="0">
              <a:buNone/>
            </a:pPr>
            <a:r>
              <a:rPr i="1"/>
              <a:t>Ideal para el posicionamiento de soluciones de alto valor.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Sección 2: Panel de Expertos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Dr. Fabricio Cassán (Fisiología)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Perfil:</a:t>
            </a:r>
          </a:p>
          <a:p>
            <a:pPr lvl="0"/>
            <a:r>
              <a:rPr/>
              <a:t>Investigador Principal CONICET / INIAB (Argentina).</a:t>
            </a:r>
          </a:p>
          <a:p>
            <a:pPr lvl="0"/>
            <a:r>
              <a:rPr/>
              <a:t>30 años en PGPR (Rizobacterias).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Valor Técnico:</a:t>
            </a:r>
          </a:p>
          <a:p>
            <a:pPr lvl="0"/>
            <a:r>
              <a:rPr/>
              <a:t>Lidera el concepto de </a:t>
            </a:r>
            <a:r>
              <a:rPr b="1"/>
              <a:t>“Ingeniería de la Rizósfera”</a:t>
            </a:r>
            <a:r>
              <a:rPr/>
              <a:t>.</a:t>
            </a:r>
          </a:p>
          <a:p>
            <a:pPr lvl="0"/>
            <a:r>
              <a:rPr/>
              <a:t>Modelo del Holobionte.</a:t>
            </a:r>
          </a:p>
          <a:p>
            <a:pPr lvl="0"/>
            <a:r>
              <a:rPr/>
              <a:t>Manipulación desde la espermósfera (semilla).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Dr. Rodrigo Mendes (Genética)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Comparación de Expertise y Valor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crobiome_ic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Genética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Afiliación:</a:t>
            </a:r>
            <a:r>
              <a:rPr/>
              <a:t> Embrapa Meio Ambiente / Comité Científico Fundación Gates.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Expertise:</a:t>
            </a:r>
            <a:r>
              <a:rPr/>
              <a:t> Decodificación del microbioma y Suelos Supresivos.</a:t>
            </a:r>
          </a:p>
          <a:p>
            <a:pPr lvl="0"/>
            <a:r>
              <a:rPr b="1"/>
              <a:t>Valor:</a:t>
            </a:r>
            <a:r>
              <a:rPr/>
              <a:t> Investigación seminal en </a:t>
            </a:r>
            <a:r>
              <a:rPr i="1"/>
              <a:t>Science</a:t>
            </a:r>
            <a:r>
              <a:rPr/>
              <a:t> sobre inmunidad del suelo y resistencia sistémica.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M.Sc. Braulio Lemus (Manejo Integrado)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Afiliación:</a:t>
            </a:r>
            <a:r>
              <a:rPr/>
              <a:t> Director de Protección Vegetal Estratégica (México).</a:t>
            </a:r>
          </a:p>
          <a:p>
            <a:pPr lvl="0"/>
            <a:r>
              <a:rPr b="1"/>
              <a:t>Enfoque:</a:t>
            </a:r>
            <a:r>
              <a:rPr/>
              <a:t> Parasitología agrícola en frutales tropicales (Aguacate/Berries).</a:t>
            </a:r>
          </a:p>
          <a:p>
            <a:pPr lvl="0"/>
            <a:r>
              <a:rPr b="1"/>
              <a:t>Aporte:</a:t>
            </a:r>
            <a:r>
              <a:rPr/>
              <a:t> Visión práctica del Biocontrol bajo restricciones de residuos químicos.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Sección 3: Inversión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de Tickets (USD)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Modalidad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Tarifa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Vencimiento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Precio Final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Presencial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$350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02 Mayo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$550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Online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$200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Preventa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$300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Sección 4: Benchmark Técnico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Tendencias del Mercado (Edición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Cambio de Paradigma:</a:t>
            </a:r>
            <a:r>
              <a:rPr/>
              <a:t> Convergencia total entre Nutrición Vegetal y Bioestimulación.</a:t>
            </a:r>
          </a:p>
          <a:p>
            <a:pPr lvl="0"/>
            <a:r>
              <a:rPr b="1"/>
              <a:t>Eficiencia (NUE):</a:t>
            </a:r>
            <a:r>
              <a:rPr/>
              <a:t> Dr. Patrick Brown y el uso eficiente de nutrientes.</a:t>
            </a:r>
          </a:p>
          <a:p>
            <a:pPr lvl="0"/>
            <a:r>
              <a:rPr b="1"/>
              <a:t>Señalización Molecular:</a:t>
            </a:r>
            <a:r>
              <a:rPr/>
              <a:t> Mecanismos de percepción de nutrientes (Dr. Rodrigo Gutiérrez).</a:t>
            </a:r>
          </a:p>
          <a:p>
            <a:pPr lvl="0"/>
            <a:r>
              <a:rPr b="1"/>
              <a:t>Regulación:</a:t>
            </a:r>
            <a:r>
              <a:rPr/>
              <a:t> Normativas críticas de biopesticidas en Chile.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Conclusión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Ejecutivo: Plataforma Biologicals Latam 2026</dc:title>
  <dc:creator>Gerencia</dc:creator>
  <cp:keywords/>
  <dcterms:created xsi:type="dcterms:W3CDTF">2026-02-18T12:13:54Z</dcterms:created>
  <dcterms:modified xsi:type="dcterms:W3CDTF">2026-02-18T12:13:54Z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Septiembre 2026</vt:lpwstr>
  </property>
  <property fmtid="{D5CDD505-2E9C-101B-9397-08002B2CF9AE}" pid="3" name="subtitle">
    <vt:lpwstr>Estrategia de Expansión y Contenido Técnico</vt:lpwstr>
  </property>
</Properties>
</file>